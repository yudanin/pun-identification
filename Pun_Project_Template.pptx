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Project Title &amp; Team Members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What is a Pun? Definition &amp; Examples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System Architecture &amp; Approach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How the System Identifies Two Senses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Evaluation Strategy &amp; Metrics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Dialog System Demo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Examples: Successful Pun vs Failed Pun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Role of Ontological Knowledge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Future Improvements &amp; Conclusion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